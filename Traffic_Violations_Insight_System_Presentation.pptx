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2AEA5C-6FFF-4F6E-A66B-F46B2DEC81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EAB042-CE4E-4C1C-8922-5C5DD517DC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22D5F3-A9E8-4C20-AF83-9D7D298310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93F967-D87C-479A-A7C4-BBEA008236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0C191-05AD-4476-BE9B-52E1266985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F2EF96-DD7B-44C9-89AD-E46D19E108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C8339-7120-4EA7-8956-04AAF3EF82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EEE96C-240B-41EA-A63C-46730F89F1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1458FC-285E-42AF-8853-81EAC59712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11868B-E96F-40F3-8CCB-4EDBEC2C16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28B9E-6156-4681-87C1-7D47C09026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0362B3-5A2B-4B63-94F1-C15E068BE3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2428CE-FF14-4726-85FF-82D65665435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Traffic Violations Insight System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Submitted By: </a:t>
            </a: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Vithyaa Soundararajan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Technologies: Python, MySQL, Streamlit, Pandas, Plotly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Problem Statement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Analyze large traffic violation datasets and generate meaningful insights through dashboards.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Project Objectives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 Cleaning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Database Integration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SQL Analytics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Interactive Dashboard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Insight Generation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Dataset Overview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Total Records: 2,067,761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Total Columns: 43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Source: Traffic Violations Dataset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Technology Stack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Python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MySQL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Pandas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Plotly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Streamlit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SQLAlchemy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System Architecture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CSV → Preprocessing → MySQL → SQL Analysis → EDA → Dashboard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 Preprocessing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Removed duplicates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Handled missing values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Feature Engineering (Month, Day)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Database &amp; SQL Analysis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Top Violations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Top Vehicle Makes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Gender Analysis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Race Analysis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Dashboard Features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Overview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Violation Analysis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Vehicle Analysis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Demographic Analysis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Geographic Analysis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200" spc="-1" strike="noStrike">
                <a:latin typeface="Arial"/>
              </a:rPr>
              <a:t>SCREENSHOT FOR FOLLOWING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24480" y="1331640"/>
            <a:ext cx="9143640" cy="42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24480" y="1331640"/>
            <a:ext cx="9143640" cy="42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0" y="1357200"/>
            <a:ext cx="9143640" cy="42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24480" y="1331640"/>
            <a:ext cx="9143640" cy="42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0" y="1357200"/>
            <a:ext cx="9143640" cy="42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4480" y="1331640"/>
            <a:ext cx="9143640" cy="42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Successfully processed 2M+ records and built an interactive analytics dashboard.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134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2026-06-15T14:46:49Z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10</vt:i4>
  </property>
</Properties>
</file>